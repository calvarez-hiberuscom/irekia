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0F6FB8-A004-4DC2-8DA2-2B53702ABDFA}" v="1" dt="2026-03-18T12:38:47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4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Mutuberria Zabala" userId="7d27d51d-1445-4076-9c26-4c32753381d4" providerId="ADAL" clId="{EA0C5608-F867-4D93-AD2C-16467C4D89AD}"/>
    <pc:docChg chg="modSld">
      <pc:chgData name="Maria Mutuberria Zabala" userId="7d27d51d-1445-4076-9c26-4c32753381d4" providerId="ADAL" clId="{EA0C5608-F867-4D93-AD2C-16467C4D89AD}" dt="2026-03-18T12:38:47.356" v="0" actId="12789"/>
      <pc:docMkLst>
        <pc:docMk/>
      </pc:docMkLst>
      <pc:sldChg chg="modSp">
        <pc:chgData name="Maria Mutuberria Zabala" userId="7d27d51d-1445-4076-9c26-4c32753381d4" providerId="ADAL" clId="{EA0C5608-F867-4D93-AD2C-16467C4D89AD}" dt="2026-03-18T12:38:47.356" v="0" actId="12789"/>
        <pc:sldMkLst>
          <pc:docMk/>
          <pc:sldMk cId="4112303622" sldId="256"/>
        </pc:sldMkLst>
        <pc:spChg chg="mod">
          <ac:chgData name="Maria Mutuberria Zabala" userId="7d27d51d-1445-4076-9c26-4c32753381d4" providerId="ADAL" clId="{EA0C5608-F867-4D93-AD2C-16467C4D89AD}" dt="2026-03-18T12:38:47.356" v="0" actId="12789"/>
          <ac:spMkLst>
            <pc:docMk/>
            <pc:sldMk cId="4112303622" sldId="256"/>
            <ac:spMk id="46" creationId="{A578F2D1-2983-FA8B-2596-2F0AF3CF5485}"/>
          </ac:spMkLst>
        </pc:spChg>
        <pc:picChg chg="mod">
          <ac:chgData name="Maria Mutuberria Zabala" userId="7d27d51d-1445-4076-9c26-4c32753381d4" providerId="ADAL" clId="{EA0C5608-F867-4D93-AD2C-16467C4D89AD}" dt="2026-03-18T12:38:47.356" v="0" actId="12789"/>
          <ac:picMkLst>
            <pc:docMk/>
            <pc:sldMk cId="4112303622" sldId="256"/>
            <ac:picMk id="42" creationId="{65EB3F30-688E-5C74-A43D-B5B7E22E2D03}"/>
          </ac:picMkLst>
        </pc:picChg>
        <pc:picChg chg="mod">
          <ac:chgData name="Maria Mutuberria Zabala" userId="7d27d51d-1445-4076-9c26-4c32753381d4" providerId="ADAL" clId="{EA0C5608-F867-4D93-AD2C-16467C4D89AD}" dt="2026-03-18T12:38:47.356" v="0" actId="12789"/>
          <ac:picMkLst>
            <pc:docMk/>
            <pc:sldMk cId="4112303622" sldId="256"/>
            <ac:picMk id="1026" creationId="{487E21E3-BFB8-25E8-9018-3D3AFF5D9460}"/>
          </ac:picMkLst>
        </pc:picChg>
        <pc:picChg chg="mod">
          <ac:chgData name="Maria Mutuberria Zabala" userId="7d27d51d-1445-4076-9c26-4c32753381d4" providerId="ADAL" clId="{EA0C5608-F867-4D93-AD2C-16467C4D89AD}" dt="2026-03-18T12:38:47.356" v="0" actId="12789"/>
          <ac:picMkLst>
            <pc:docMk/>
            <pc:sldMk cId="4112303622" sldId="256"/>
            <ac:picMk id="1030" creationId="{05182B21-80E2-0CD1-2C54-B8ADE9B83F1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8373A-6AD3-940E-24B6-B2CD32E81F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7545A4-1A1B-D345-3395-45135A7C6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777C80-9E73-0B58-C47A-427BBE8B2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C332-2D02-4700-832E-F7AF3375AF8A}" type="datetimeFigureOut">
              <a:rPr lang="es-ES" smtClean="0"/>
              <a:t>18/03/2026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254B16-1C5E-FC0A-EC2E-1B738930F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D9A182-D16A-6CB7-5B25-EBD106AEA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7DEE-9D51-4082-B718-7540489A7DD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6077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656E0A-4D14-6B8D-CA31-2BF99A8BC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76E0C0-0D10-AE6A-282D-8C6C5B669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8A24D3-1549-389C-7D7D-1210EA560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C332-2D02-4700-832E-F7AF3375AF8A}" type="datetimeFigureOut">
              <a:rPr lang="es-ES" smtClean="0"/>
              <a:t>18/03/2026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A8A24F-33FF-E17F-9E07-DD643A774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0E84EC-8BFE-4D74-D494-36D6E6A41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7DEE-9D51-4082-B718-7540489A7DD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71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4277F-0870-2288-42F7-213A0678F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771877-34CE-42D0-2FE6-E50CA8206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64897-D99E-5A65-B8A7-CCDEFC776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C332-2D02-4700-832E-F7AF3375AF8A}" type="datetimeFigureOut">
              <a:rPr lang="es-ES" smtClean="0"/>
              <a:t>18/03/2026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54DB96-AE4F-29F9-1D4F-22903D2C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CBDF62-16A8-2C04-8C4C-AB5EDFB9B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7DEE-9D51-4082-B718-7540489A7DD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1063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89D20-1DF3-B766-C4B8-64A35F05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C90968-E7B2-8CA4-C299-72916321A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3ED208-F515-4E93-D97F-F380D67FF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1464AD-2226-BF56-11BD-EDFBF5B78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C332-2D02-4700-832E-F7AF3375AF8A}" type="datetimeFigureOut">
              <a:rPr lang="es-ES" smtClean="0"/>
              <a:t>18/03/2026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D30B6A-D067-A0D9-6DF2-B4FB89F17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EF9D5D-3067-9EED-8876-AAAF4BE85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7DEE-9D51-4082-B718-7540489A7DD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55442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4E909-5F47-4831-8EF6-F1E3244E2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C3158A-2BE5-8045-9C01-EFC42CF9D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A155FD-7225-8F8F-59D7-95729C199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6180B51-D80B-199D-CCB7-57AA4E6BC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93A1D34-DB42-E870-2856-303618196D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74C213-E78E-75D5-2BE1-CD4A49CD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C332-2D02-4700-832E-F7AF3375AF8A}" type="datetimeFigureOut">
              <a:rPr lang="es-ES" smtClean="0"/>
              <a:t>18/03/2026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2E6BD99-DB5F-E318-AA47-B31ED7DDC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E6A51A-A359-BFDA-9CF9-624112155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7DEE-9D51-4082-B718-7540489A7DD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5106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C3937-B8BC-A450-8025-27C704E62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5CE3DFB-1050-8505-3A61-6587F985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C332-2D02-4700-832E-F7AF3375AF8A}" type="datetimeFigureOut">
              <a:rPr lang="es-ES" smtClean="0"/>
              <a:t>18/03/2026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0571C5F-0F6D-F98F-65CF-8C6C58E25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8DFA5A1-57BC-B907-7106-34D11DCA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7DEE-9D51-4082-B718-7540489A7DD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418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47C295-1C01-04FC-FFB5-4D02DA03D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C332-2D02-4700-832E-F7AF3375AF8A}" type="datetimeFigureOut">
              <a:rPr lang="es-ES" smtClean="0"/>
              <a:t>18/03/2026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3A4ED22-A1DA-3CC4-77DE-15B1A8982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C8854D-D4A2-61B7-4FA5-9B92890C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7DEE-9D51-4082-B718-7540489A7DD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3700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1E0B2-337F-2222-FCA4-01029FCB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CCEA4B-5696-1933-8CC9-D7E094529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634DB4-DB89-260C-CC86-195C31BAF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44A869-8F3A-CD8A-D7BF-B79830CF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C332-2D02-4700-832E-F7AF3375AF8A}" type="datetimeFigureOut">
              <a:rPr lang="es-ES" smtClean="0"/>
              <a:t>18/03/2026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E0B5A8-DAC7-C958-A47A-9C9F2D22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EE6032-7FA0-5572-2AFB-4016841B0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7DEE-9D51-4082-B718-7540489A7DD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14698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90D68-C7C1-7990-3298-3C206069A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D79E0C1-161C-D0A8-CC63-B7F2C693D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08E163-2C2B-A6D1-1C2B-AE580226A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24D411-B326-E554-9E10-90A31F347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C332-2D02-4700-832E-F7AF3375AF8A}" type="datetimeFigureOut">
              <a:rPr lang="es-ES" smtClean="0"/>
              <a:t>18/03/2026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F1BDF5-DB2D-E643-7385-79D6A1CDC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33FD52-2678-8F28-5495-323016F8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7DEE-9D51-4082-B718-7540489A7DD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7408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4B8F5-589B-A1AE-472A-1E0E22E9B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74593B-7CCF-EAFC-2E02-ABF24512B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CCC081-9309-DFC2-104D-ADEB080B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C332-2D02-4700-832E-F7AF3375AF8A}" type="datetimeFigureOut">
              <a:rPr lang="es-ES" smtClean="0"/>
              <a:t>18/03/2026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3D64C5-A1C4-A36A-A965-FE5C02190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BD3751-DD03-C4FA-A5DA-1918E0065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7DEE-9D51-4082-B718-7540489A7DD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88927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0FD5AA-8650-68D0-2673-F6DB4EFC4F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3F9E3B-A4C5-49FB-3F17-31EC358FD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D7CA32-3D1A-5FA4-CD45-ACB9FFA2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C332-2D02-4700-832E-F7AF3375AF8A}" type="datetimeFigureOut">
              <a:rPr lang="es-ES" smtClean="0"/>
              <a:t>18/03/2026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36D352-7835-AEA1-9858-E47A8A68A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EBC14F-5983-DEB8-B851-8EA913B7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7DEE-9D51-4082-B718-7540489A7DD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14602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823E950-9C74-E764-2878-7BAE98DC2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25E3C1-ECF4-AD9D-C4F5-5DB68C345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37EB79-156E-9C7E-BCA1-0DF5C76C1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42C332-2D02-4700-832E-F7AF3375AF8A}" type="datetimeFigureOut">
              <a:rPr lang="es-ES" smtClean="0"/>
              <a:t>18/03/2026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E9D9EF-2A4B-2B6A-7AD2-2E6A3C519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854570-C3C6-9DF7-B0D1-A999B55FB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6D7DEE-9D51-4082-B718-7540489A7DD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95933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6D700F-B946-C207-E4B9-39444FF51887}"/>
              </a:ext>
            </a:extLst>
          </p:cNvPr>
          <p:cNvSpPr/>
          <p:nvPr/>
        </p:nvSpPr>
        <p:spPr>
          <a:xfrm>
            <a:off x="220223" y="1282150"/>
            <a:ext cx="3559628" cy="801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Sistemas de Gestión </a:t>
            </a:r>
          </a:p>
          <a:p>
            <a:pPr algn="ctr"/>
            <a:r>
              <a:rPr lang="es-ES" dirty="0"/>
              <a:t>Irekia Berria</a:t>
            </a:r>
          </a:p>
          <a:p>
            <a:pPr algn="ctr"/>
            <a:r>
              <a:rPr lang="es-ES" dirty="0"/>
              <a:t>¿Gobierno Abierto ?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83FC976-6B3A-125D-37DA-137330552450}"/>
              </a:ext>
            </a:extLst>
          </p:cNvPr>
          <p:cNvSpPr/>
          <p:nvPr/>
        </p:nvSpPr>
        <p:spPr>
          <a:xfrm>
            <a:off x="131991" y="2327507"/>
            <a:ext cx="1667899" cy="7073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Participación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7128CF9-060D-1753-9858-50762C60C878}"/>
              </a:ext>
            </a:extLst>
          </p:cNvPr>
          <p:cNvSpPr/>
          <p:nvPr/>
        </p:nvSpPr>
        <p:spPr>
          <a:xfrm>
            <a:off x="2053957" y="2327507"/>
            <a:ext cx="1667899" cy="7073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Transparencia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60DB7D6-06DC-0F0F-2332-9274B5C92A62}"/>
              </a:ext>
            </a:extLst>
          </p:cNvPr>
          <p:cNvSpPr/>
          <p:nvPr/>
        </p:nvSpPr>
        <p:spPr>
          <a:xfrm>
            <a:off x="3980528" y="1390844"/>
            <a:ext cx="3559628" cy="6591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Sistema de Gestión de Comunicación Institucional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FDE5D3F-AE2F-1E21-8E3E-B8D5914B8E3D}"/>
              </a:ext>
            </a:extLst>
          </p:cNvPr>
          <p:cNvSpPr/>
          <p:nvPr/>
        </p:nvSpPr>
        <p:spPr>
          <a:xfrm>
            <a:off x="4273587" y="2293708"/>
            <a:ext cx="1410179" cy="10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Gestion de Eventos </a:t>
            </a:r>
          </a:p>
          <a:p>
            <a:pPr algn="ctr"/>
            <a:r>
              <a:rPr lang="es-ES" dirty="0"/>
              <a:t>Noticias 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5B8D8DA-D9B9-E6B3-426F-DFF166B1B6F4}"/>
              </a:ext>
            </a:extLst>
          </p:cNvPr>
          <p:cNvSpPr/>
          <p:nvPr/>
        </p:nvSpPr>
        <p:spPr>
          <a:xfrm>
            <a:off x="6336027" y="2327507"/>
            <a:ext cx="1410179" cy="10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Contenidos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F670853-5998-47FF-BD9E-8C8685261456}"/>
              </a:ext>
            </a:extLst>
          </p:cNvPr>
          <p:cNvSpPr/>
          <p:nvPr/>
        </p:nvSpPr>
        <p:spPr>
          <a:xfrm>
            <a:off x="4216670" y="3543729"/>
            <a:ext cx="1828800" cy="6591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Gestión de la Actividad ( Evento)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C82F611-A8E1-6431-0ED4-333901433924}"/>
              </a:ext>
            </a:extLst>
          </p:cNvPr>
          <p:cNvSpPr/>
          <p:nvPr/>
        </p:nvSpPr>
        <p:spPr>
          <a:xfrm>
            <a:off x="4233640" y="4314200"/>
            <a:ext cx="1828800" cy="6591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Gestión Activos 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E73F907-14EA-41F3-8B02-7C3532EF8577}"/>
              </a:ext>
            </a:extLst>
          </p:cNvPr>
          <p:cNvSpPr/>
          <p:nvPr/>
        </p:nvSpPr>
        <p:spPr>
          <a:xfrm>
            <a:off x="8140283" y="1424643"/>
            <a:ext cx="2050395" cy="6591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Sistema de Gestión Diáspora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1613C73-00E8-6A72-7567-F429A0951D12}"/>
              </a:ext>
            </a:extLst>
          </p:cNvPr>
          <p:cNvSpPr/>
          <p:nvPr/>
        </p:nvSpPr>
        <p:spPr>
          <a:xfrm>
            <a:off x="228600" y="5973417"/>
            <a:ext cx="2037522" cy="596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Seguridad 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CCB0148-08BD-2A61-0BA7-B469F95E827B}"/>
              </a:ext>
            </a:extLst>
          </p:cNvPr>
          <p:cNvSpPr/>
          <p:nvPr/>
        </p:nvSpPr>
        <p:spPr>
          <a:xfrm>
            <a:off x="4681330" y="5973417"/>
            <a:ext cx="2037522" cy="596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Etiquetas 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45FB6A6-4921-83DD-82DC-2BB634E73E33}"/>
              </a:ext>
            </a:extLst>
          </p:cNvPr>
          <p:cNvSpPr/>
          <p:nvPr/>
        </p:nvSpPr>
        <p:spPr>
          <a:xfrm>
            <a:off x="7051529" y="5973417"/>
            <a:ext cx="2037522" cy="596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Geo Catalogación 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CE0A1B1-92B4-26B3-741B-07B4137351F7}"/>
              </a:ext>
            </a:extLst>
          </p:cNvPr>
          <p:cNvSpPr/>
          <p:nvPr/>
        </p:nvSpPr>
        <p:spPr>
          <a:xfrm>
            <a:off x="9291347" y="5973417"/>
            <a:ext cx="2037522" cy="596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Publicador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F775609-02D9-FF81-0341-A6DBB02725D9}"/>
              </a:ext>
            </a:extLst>
          </p:cNvPr>
          <p:cNvSpPr/>
          <p:nvPr/>
        </p:nvSpPr>
        <p:spPr>
          <a:xfrm>
            <a:off x="2053957" y="3168365"/>
            <a:ext cx="1828800" cy="6591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Programas  / Planes 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00C9975-6010-65DD-ECE8-C398201193D0}"/>
              </a:ext>
            </a:extLst>
          </p:cNvPr>
          <p:cNvSpPr/>
          <p:nvPr/>
        </p:nvSpPr>
        <p:spPr>
          <a:xfrm>
            <a:off x="2477470" y="5973417"/>
            <a:ext cx="2037522" cy="596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Directorio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11D15D8-906C-17A5-BB53-830385D8503F}"/>
              </a:ext>
            </a:extLst>
          </p:cNvPr>
          <p:cNvSpPr/>
          <p:nvPr/>
        </p:nvSpPr>
        <p:spPr>
          <a:xfrm>
            <a:off x="131991" y="3168365"/>
            <a:ext cx="1828800" cy="120596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Participación </a:t>
            </a:r>
          </a:p>
          <a:p>
            <a:pPr algn="ctr"/>
            <a:r>
              <a:rPr lang="es-ES" dirty="0"/>
              <a:t>Iniciativas de Gobierno 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D02C131-7E37-A14B-7DA3-C806D7A8D333}"/>
              </a:ext>
            </a:extLst>
          </p:cNvPr>
          <p:cNvSpPr/>
          <p:nvPr/>
        </p:nvSpPr>
        <p:spPr>
          <a:xfrm>
            <a:off x="131991" y="4439074"/>
            <a:ext cx="1828800" cy="120596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Participación </a:t>
            </a:r>
          </a:p>
          <a:p>
            <a:pPr algn="ctr"/>
            <a:r>
              <a:rPr lang="es-ES" dirty="0"/>
              <a:t>Ciudadanía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32D299F-926A-A73E-212E-0C721BE7FB94}"/>
              </a:ext>
            </a:extLst>
          </p:cNvPr>
          <p:cNvSpPr/>
          <p:nvPr/>
        </p:nvSpPr>
        <p:spPr>
          <a:xfrm>
            <a:off x="2053957" y="3932065"/>
            <a:ext cx="1828800" cy="6591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Contenidos Transparencia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BA3577B-9790-3958-D847-0673DF8C7E91}"/>
              </a:ext>
            </a:extLst>
          </p:cNvPr>
          <p:cNvSpPr/>
          <p:nvPr/>
        </p:nvSpPr>
        <p:spPr>
          <a:xfrm>
            <a:off x="6444774" y="5174313"/>
            <a:ext cx="1317686" cy="3200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DAM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97031AC-A0AA-44AF-4B80-F5B670F8F27C}"/>
              </a:ext>
            </a:extLst>
          </p:cNvPr>
          <p:cNvSpPr/>
          <p:nvPr/>
        </p:nvSpPr>
        <p:spPr>
          <a:xfrm>
            <a:off x="6444774" y="5552730"/>
            <a:ext cx="1317686" cy="3200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Streaming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93DEA14-CC53-3B56-3862-238315748521}"/>
              </a:ext>
            </a:extLst>
          </p:cNvPr>
          <p:cNvSpPr/>
          <p:nvPr/>
        </p:nvSpPr>
        <p:spPr>
          <a:xfrm>
            <a:off x="3138358" y="5385285"/>
            <a:ext cx="1317686" cy="3200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Insight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9BCBFC6-DFBA-E0A5-1BF1-7B615C009502}"/>
              </a:ext>
            </a:extLst>
          </p:cNvPr>
          <p:cNvSpPr/>
          <p:nvPr/>
        </p:nvSpPr>
        <p:spPr>
          <a:xfrm>
            <a:off x="2053957" y="4658490"/>
            <a:ext cx="1828800" cy="6591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¿Open Data?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B9A7218-C90A-E56C-4CB3-5460ABE43AC0}"/>
              </a:ext>
            </a:extLst>
          </p:cNvPr>
          <p:cNvSpPr/>
          <p:nvPr/>
        </p:nvSpPr>
        <p:spPr>
          <a:xfrm>
            <a:off x="8238831" y="3931527"/>
            <a:ext cx="1828800" cy="132705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  <a:p>
            <a:pPr algn="ctr"/>
            <a:r>
              <a:rPr lang="es-ES" dirty="0"/>
              <a:t>Portales con</a:t>
            </a:r>
          </a:p>
          <a:p>
            <a:pPr algn="ctr"/>
            <a:r>
              <a:rPr lang="es-ES" dirty="0"/>
              <a:t>Opciones comunes</a:t>
            </a:r>
          </a:p>
          <a:p>
            <a:pPr algn="ctr"/>
            <a:endParaRPr lang="es-E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25EE53A-498B-B94A-79D6-86190DBD3AC4}"/>
              </a:ext>
            </a:extLst>
          </p:cNvPr>
          <p:cNvSpPr/>
          <p:nvPr/>
        </p:nvSpPr>
        <p:spPr>
          <a:xfrm>
            <a:off x="8342579" y="2327507"/>
            <a:ext cx="1410179" cy="10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Portal de la Diáspora 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0ABEA2AB-AF4C-8D74-591A-8B592A698F60}"/>
              </a:ext>
            </a:extLst>
          </p:cNvPr>
          <p:cNvSpPr/>
          <p:nvPr/>
        </p:nvSpPr>
        <p:spPr>
          <a:xfrm>
            <a:off x="8513177" y="3624649"/>
            <a:ext cx="338413" cy="2269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165DFAFD-8A26-9BB3-6F47-8233D4EFF640}"/>
              </a:ext>
            </a:extLst>
          </p:cNvPr>
          <p:cNvSpPr/>
          <p:nvPr/>
        </p:nvSpPr>
        <p:spPr>
          <a:xfrm>
            <a:off x="8995400" y="3624648"/>
            <a:ext cx="269799" cy="2269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8E31EB3F-F179-65CF-2247-DC317FAAE151}"/>
              </a:ext>
            </a:extLst>
          </p:cNvPr>
          <p:cNvSpPr/>
          <p:nvPr/>
        </p:nvSpPr>
        <p:spPr>
          <a:xfrm>
            <a:off x="9423500" y="3615504"/>
            <a:ext cx="269799" cy="2269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F4075F49-0AF2-6333-51D2-1D153BD0A1ED}"/>
              </a:ext>
            </a:extLst>
          </p:cNvPr>
          <p:cNvSpPr/>
          <p:nvPr/>
        </p:nvSpPr>
        <p:spPr>
          <a:xfrm>
            <a:off x="6200894" y="3543729"/>
            <a:ext cx="1828800" cy="139683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Gestión de los contenidos de comunicación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915AEAB-2ABF-3603-970D-0442A334A1F5}"/>
              </a:ext>
            </a:extLst>
          </p:cNvPr>
          <p:cNvSpPr/>
          <p:nvPr/>
        </p:nvSpPr>
        <p:spPr>
          <a:xfrm>
            <a:off x="11092613" y="1282513"/>
            <a:ext cx="506895" cy="42845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</a:t>
            </a:r>
          </a:p>
          <a:p>
            <a:pPr algn="ctr"/>
            <a:r>
              <a:rPr lang="es-ES" dirty="0"/>
              <a:t>T</a:t>
            </a:r>
          </a:p>
          <a:p>
            <a:pPr algn="ctr"/>
            <a:r>
              <a:rPr lang="es-ES" dirty="0"/>
              <a:t>E</a:t>
            </a:r>
          </a:p>
          <a:p>
            <a:pPr algn="ctr"/>
            <a:r>
              <a:rPr lang="es-ES" dirty="0"/>
              <a:t>N</a:t>
            </a:r>
          </a:p>
          <a:p>
            <a:pPr algn="ctr"/>
            <a:r>
              <a:rPr lang="es-ES" dirty="0"/>
              <a:t>I</a:t>
            </a:r>
          </a:p>
          <a:p>
            <a:pPr algn="ctr"/>
            <a:r>
              <a:rPr lang="es-ES" dirty="0"/>
              <a:t>D</a:t>
            </a:r>
          </a:p>
          <a:p>
            <a:pPr algn="ctr"/>
            <a:r>
              <a:rPr lang="es-ES" dirty="0"/>
              <a:t>O</a:t>
            </a:r>
          </a:p>
          <a:p>
            <a:pPr algn="ctr"/>
            <a:r>
              <a:rPr lang="es-ES" dirty="0"/>
              <a:t>S 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A3C3139A-3796-CA34-0B86-4B21B6961587}"/>
              </a:ext>
            </a:extLst>
          </p:cNvPr>
          <p:cNvSpPr/>
          <p:nvPr/>
        </p:nvSpPr>
        <p:spPr>
          <a:xfrm>
            <a:off x="965940" y="805070"/>
            <a:ext cx="9101691" cy="306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PUBLICADOR </a:t>
            </a:r>
          </a:p>
        </p:txBody>
      </p:sp>
      <p:pic>
        <p:nvPicPr>
          <p:cNvPr id="1026" name="Picture 2" descr="Euskadi.eus - Abrir menú principal">
            <a:extLst>
              <a:ext uri="{FF2B5EF4-FFF2-40B4-BE49-F238E27FC236}">
                <a16:creationId xmlns:a16="http://schemas.microsoft.com/office/drawing/2014/main" id="{487E21E3-BFB8-25E8-9018-3D3AFF5D9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340" y="226689"/>
            <a:ext cx="194310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65EB3F30-688E-5C74-A43D-B5B7E22E2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940" y="104913"/>
            <a:ext cx="2465978" cy="529303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8C8296AB-067B-0C7E-15D7-D718EEED2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542" y="-2851601"/>
            <a:ext cx="2119009" cy="454829"/>
          </a:xfrm>
          <a:prstGeom prst="rect">
            <a:avLst/>
          </a:prstGeom>
        </p:spPr>
      </p:pic>
      <p:pic>
        <p:nvPicPr>
          <p:cNvPr id="1030" name="Picture 6" descr="Irekia logo">
            <a:extLst>
              <a:ext uri="{FF2B5EF4-FFF2-40B4-BE49-F238E27FC236}">
                <a16:creationId xmlns:a16="http://schemas.microsoft.com/office/drawing/2014/main" id="{05182B21-80E2-0CD1-2C54-B8ADE9B83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406" y="255264"/>
            <a:ext cx="13335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CuadroTexto 45">
            <a:extLst>
              <a:ext uri="{FF2B5EF4-FFF2-40B4-BE49-F238E27FC236}">
                <a16:creationId xmlns:a16="http://schemas.microsoft.com/office/drawing/2014/main" id="{A578F2D1-2983-FA8B-2596-2F0AF3CF5485}"/>
              </a:ext>
            </a:extLst>
          </p:cNvPr>
          <p:cNvSpPr txBox="1"/>
          <p:nvPr/>
        </p:nvSpPr>
        <p:spPr>
          <a:xfrm>
            <a:off x="8760084" y="184898"/>
            <a:ext cx="1723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Otros…</a:t>
            </a:r>
          </a:p>
        </p:txBody>
      </p:sp>
    </p:spTree>
    <p:extLst>
      <p:ext uri="{BB962C8B-B14F-4D97-AF65-F5344CB8AC3E}">
        <p14:creationId xmlns:p14="http://schemas.microsoft.com/office/powerpoint/2010/main" val="41123036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C32FCBA8803BB45BAA212B815218780" ma:contentTypeVersion="10" ma:contentTypeDescription="Crear nuevo documento." ma:contentTypeScope="" ma:versionID="2d1d5923ebf970403a81b54c5913fa57">
  <xsd:schema xmlns:xsd="http://www.w3.org/2001/XMLSchema" xmlns:xs="http://www.w3.org/2001/XMLSchema" xmlns:p="http://schemas.microsoft.com/office/2006/metadata/properties" xmlns:ns2="2a629f63-19d6-4dc7-915a-386da3ce27bb" xmlns:ns3="8dc885b7-d181-4a47-9ffc-09ea82d2f3f1" targetNamespace="http://schemas.microsoft.com/office/2006/metadata/properties" ma:root="true" ma:fieldsID="e6b8f1356910a39292bd7bea32016a72" ns2:_="" ns3:_="">
    <xsd:import namespace="2a629f63-19d6-4dc7-915a-386da3ce27bb"/>
    <xsd:import namespace="8dc885b7-d181-4a47-9ffc-09ea82d2f3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629f63-19d6-4dc7-915a-386da3ce27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831c2ce8-7846-47e3-bce0-cbc07d5ede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c885b7-d181-4a47-9ffc-09ea82d2f3f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ff5919-2b8f-4b0a-a418-4f56d957efc4}" ma:internalName="TaxCatchAll" ma:showField="CatchAllData" ma:web="8dc885b7-d181-4a47-9ffc-09ea82d2f3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a629f63-19d6-4dc7-915a-386da3ce27bb">
      <Terms xmlns="http://schemas.microsoft.com/office/infopath/2007/PartnerControls"/>
    </lcf76f155ced4ddcb4097134ff3c332f>
    <TaxCatchAll xmlns="8dc885b7-d181-4a47-9ffc-09ea82d2f3f1" xsi:nil="true"/>
  </documentManagement>
</p:properties>
</file>

<file path=customXml/itemProps1.xml><?xml version="1.0" encoding="utf-8"?>
<ds:datastoreItem xmlns:ds="http://schemas.openxmlformats.org/officeDocument/2006/customXml" ds:itemID="{8412DB53-90AF-4B14-9270-4D16826B53E0}"/>
</file>

<file path=customXml/itemProps2.xml><?xml version="1.0" encoding="utf-8"?>
<ds:datastoreItem xmlns:ds="http://schemas.openxmlformats.org/officeDocument/2006/customXml" ds:itemID="{B1786972-6236-4A3B-8801-9DE87C2746E3}"/>
</file>

<file path=customXml/itemProps3.xml><?xml version="1.0" encoding="utf-8"?>
<ds:datastoreItem xmlns:ds="http://schemas.openxmlformats.org/officeDocument/2006/customXml" ds:itemID="{C80B84DD-9DAF-40BD-A2CC-02B5EF3C8CE9}"/>
</file>

<file path=docMetadata/LabelInfo.xml><?xml version="1.0" encoding="utf-8"?>
<clbl:labelList xmlns:clbl="http://schemas.microsoft.com/office/2020/mipLabelMetadata">
  <clbl:label id="{077b766b-61f0-4e7c-9373-928832aa9fef}" enabled="0" method="" siteId="{077b766b-61f0-4e7c-9373-928832aa9fe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84</Words>
  <Application>Microsoft Office PowerPoint</Application>
  <PresentationFormat>Panorámica</PresentationFormat>
  <Paragraphs>42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Mutuberria Zabala</dc:creator>
  <cp:lastModifiedBy>Maria Mutuberria Zabala</cp:lastModifiedBy>
  <cp:revision>1</cp:revision>
  <dcterms:created xsi:type="dcterms:W3CDTF">2026-03-18T10:28:29Z</dcterms:created>
  <dcterms:modified xsi:type="dcterms:W3CDTF">2026-03-18T12:38:56Z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0x010100CC32FCBA8803BB45BAA212B815218780</vt:lpwstr>
  </property>
</Properties>
</file>